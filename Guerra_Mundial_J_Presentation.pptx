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GUERRA</a:t>
            </a:r>
            <a:endParaRPr lang="en-US" sz="7200" dirty="0"/>
          </a:p>
          <a:p>
            <a:pPr indent="0" marL="0">
              <a:buNone/>
            </a:pPr>
            <a:r>
              <a:rPr lang="en-US" sz="7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MUNDIAL</a:t>
            </a:r>
            <a:endParaRPr lang="en-US" sz="7200" dirty="0"/>
          </a:p>
          <a:p>
            <a:pPr indent="0" marL="0">
              <a:buNone/>
            </a:pPr>
            <a:r>
              <a:rPr lang="en-US" sz="12000" b="1" dirty="0">
                <a:solidFill>
                  <a:srgbClr val="CC2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858000" y="4389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X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C2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Thesis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 zombie apocalypse using: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interactions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computing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which </a:t>
            </a:r>
            <a:pPr indent="0" marL="0">
              <a:buNone/>
            </a:pPr>
            <a:r>
              <a:rPr lang="en-US" sz="20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chosen by the president has better </a:t>
            </a:r>
            <a:pPr indent="0" marL="0">
              <a:buNone/>
            </a:pPr>
            <a:r>
              <a:rPr lang="en-US" sz="20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 survival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C2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and Resources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 </a:t>
            </a:r>
            <a:pPr indent="0" marL="0">
              <a:buNone/>
            </a:pPr>
            <a:r>
              <a:rPr lang="en-US" sz="2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grid (Continental U.S. polygon)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pPr indent="0" marL="0">
              <a:buNone/>
            </a:pPr>
            <a:r>
              <a:rPr lang="en-US" sz="2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</a:t>
            </a:r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land cells (ray-casting mask)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 locations: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Diego — ORIGIN (Jose's lab)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675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 — CDC LAB (antidote)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40599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Bragg — MILITARY BASE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4439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D.C. — WHITE HOUSE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760720" y="1280160"/>
            <a:ext cx="3108960" cy="3474720"/>
          </a:xfrm>
          <a:prstGeom prst="roundRect">
            <a:avLst>
              <a:gd name="adj" fmla="val 2941"/>
            </a:avLst>
          </a:prstGeom>
          <a:solidFill>
            <a:srgbClr val="D0CAB8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20116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 x 250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6B6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U.S. Grid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217920" y="3840480"/>
            <a:ext cx="182880" cy="182880"/>
          </a:xfrm>
          <a:prstGeom prst="ellipse">
            <a:avLst/>
          </a:prstGeom>
          <a:solidFill>
            <a:srgbClr val="CC2200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0" y="3291840"/>
            <a:ext cx="182880" cy="182880"/>
          </a:xfrm>
          <a:prstGeom prst="ellipse">
            <a:avLst/>
          </a:prstGeom>
          <a:solidFill>
            <a:srgbClr val="0088CC"/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2560320"/>
            <a:ext cx="182880" cy="1828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2011680"/>
            <a:ext cx="182880" cy="182880"/>
          </a:xfrm>
          <a:prstGeom prst="ellipse">
            <a:avLst/>
          </a:prstGeom>
          <a:solidFill>
            <a:srgbClr val="1A1A1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C2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011680" y="1280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389120" y="12801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Citizens. Survive and flee.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011680" y="1874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389120" y="18745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antidote at CDC.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011680" y="2468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389120" y="24688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zombies. Use ammo.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011680" y="3063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POLITICIAN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389120" y="3063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for influence. Set strategy.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011680" y="3657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389120" y="36576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Infect. Chase. Spread.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152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</a:t>
            </a:r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agents  =  </a:t>
            </a:r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</a:t>
            </a:r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threads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C2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Infection lifecycle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45920" y="1371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931920" y="13716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creates Formula Z. 5 zombies appear.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931920" y="208483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cascades through nearby agents.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798064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45920" y="279806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31920" y="2798064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Politician detects zombies, triggers national alert.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511296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45920" y="351129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931920" y="3511296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sets survival strategy for all.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422452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45920" y="42245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931920" y="422452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Antidote delivered — or humanity extinct.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C2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Strategies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influential politician becomes President and imposes their ideology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D0CAB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escape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runs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82880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D0CAB8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965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2377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 numbers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cluster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D0CAB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37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FIRST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Soldiers actively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zombies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63440" y="320040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D0CAB8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3337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37760" y="3749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chaos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coordination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C2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Combat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when human meets zombie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= </a:t>
            </a:r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ratio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randomness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D0CAB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803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94560" y="2880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0" y="2880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by force ratio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3192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194560" y="33192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0" y="33192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25-tick incubation, then converts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7581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94560" y="37581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DIES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37581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death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1970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94560" y="41970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DIES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0" y="41970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 if military has ammo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C2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conditions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0" cy="3017520"/>
          </a:xfrm>
          <a:prstGeom prst="roundRect">
            <a:avLst>
              <a:gd name="adj" fmla="val 3030"/>
            </a:avLst>
          </a:prstGeom>
          <a:solidFill>
            <a:srgbClr val="D0CAB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WIN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deliver antidote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White House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zombies eliminated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enough scientists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alive + CDC reached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840480" cy="3017520"/>
          </a:xfrm>
          <a:prstGeom prst="roundRect">
            <a:avLst>
              <a:gd name="adj" fmla="val 3030"/>
            </a:avLst>
          </a:prstGeom>
          <a:solidFill>
            <a:srgbClr val="D0CAB8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554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ZOMBIES WIN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0" y="219456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humans dead or infected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max ticks reached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antidote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living scientists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C2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(OOP)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029200" y="1097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threading.Thread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12648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754880" y="173736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D0CAB8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(ABC)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93776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0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Politician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468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173736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D0CAB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23774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SimulationEngine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InfectionMonitor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CombatResolver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91840" y="2880360"/>
            <a:ext cx="27432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880360"/>
            <a:ext cx="27432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run()  -&gt;  update()  -&gt;  sleep()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C2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Patterns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D0CAB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44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Method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1444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Agent.run()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fixed, subclasses fill behavior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D0CAB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87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587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subscribe to global events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D0CAB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730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3730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160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connection, thread-safe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D0CAB8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1444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74920" y="1444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commands.py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encapsulated game actions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251460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D0CAB8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2587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74920" y="2587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conversion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7492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human state into zombie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365760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D0CAB8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3730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074920" y="3730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movement.py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74920" y="4160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changes at runtime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C2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Parallelism Model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Threads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= 1 daemon thread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its own behavior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independently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Daemons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0" y="20116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counter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condition checker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 spreader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manager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writer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0" y="20116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race conditions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lock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lock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lock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threading.Event: 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game_over, antidote_ready, national_alert, pause_event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once -&gt; all 310 threads react instantly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C2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pPr algn="ctr" indent="0" marL="0">
              <a:buNone/>
            </a:pPr>
            <a:r>
              <a:rPr lang="en-US" sz="2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---------&gt;  </a:t>
            </a:r>
            <a:pPr algn="ctr" indent="0" marL="0">
              <a:buNone/>
            </a:pPr>
            <a:r>
              <a:rPr lang="en-US" sz="2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pPr algn="ctr" indent="0" marL="0">
              <a:buNone/>
            </a:pPr>
            <a:r>
              <a:rPr lang="en-US" sz="2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---------&gt;  </a:t>
            </a:r>
            <a:pPr algn="ctr" indent="0" marL="0">
              <a:buNone/>
            </a:pPr>
            <a:r>
              <a:rPr lang="en-US" sz="2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D0CAB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23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grid under lock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never blocked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22860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D0CAB8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2423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pre-allocated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ovals on canvas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0" y="22860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D0CAB8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2423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main thread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self.after() for safety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Pre-allocated canvas pool — zero create/delete per frame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GIL-safe: agents never blocked by rendering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C2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Batched DB writes (50 events/transaction)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0299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Snapshot copy instead of full locking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68833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Manhattan distance  </a:t>
            </a:r>
            <a:pPr indent="0" marL="0">
              <a:buNone/>
            </a:pPr>
            <a:r>
              <a:rPr lang="en-US" sz="20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---------&gt;   (no A*/Dijkstra)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3467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Pre-allocated canvas pool (0 allocs/frame)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0050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Land mask cached once (30K cells)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C2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condition: Human -&gt; Zombie mid-tick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480560" y="1691640"/>
            <a:ext cx="54864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80560" y="13716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20640" y="1371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InfectionMonitor does atomic swap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imports: Human &lt;-&gt; Zombie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80560" y="2560320"/>
            <a:ext cx="54864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120640" y="2240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__class__.__name__ for type checks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thread safety: Tkinter + 305 threads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480560" y="3429000"/>
            <a:ext cx="54864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3108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copy + self.after()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single-thread limitation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480560" y="4297680"/>
            <a:ext cx="54864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9776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20640" y="3977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writer thread + queue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C2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D0CAB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seed, strategy, p_infect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vision_human, vision_zombie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n_scientists, n_military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result, duration, tick_final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humans_final, zombies_final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128016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D0CAB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03520" y="18288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sim_id (FK)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event_type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2468880"/>
            <a:ext cx="64008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mode</a:t>
            </a:r>
            <a:pPr algn="ctr" indent="0" marL="0">
              <a:buNone/>
            </a:pPr>
            <a:r>
              <a:rPr lang="en-US" sz="17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inserts (50/tx)</a:t>
            </a:r>
            <a:pPr algn="ctr" indent="0" marL="0">
              <a:buNone/>
            </a:pPr>
            <a:r>
              <a:rPr lang="en-US" sz="17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writer thread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mode: 100+ automated runs with statistical analysis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C2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results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C2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 tests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success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D0CAB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1371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85216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roles + behaviors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965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52160" y="1965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0" y="1965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mechanics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5603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852160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132320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+ integrity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154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852160" y="3154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132320" y="3154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pipeline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analysis: 100+ runs, strategy comparison across random seeds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C2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behavior from simple rules + parallel threads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 threads, zero data corruption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unique (randomness + parallelism)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matters — data-driven from batch analysis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design patterns solving real engineering problems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GUERRA MUNDIAL </a:t>
            </a:r>
            <a:pPr algn="ctr" indent="0" marL="0">
              <a:buNone/>
            </a:pPr>
            <a:r>
              <a:rPr lang="en-US" sz="8000" b="1" dirty="0">
                <a:solidFill>
                  <a:srgbClr val="CC2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Guerra Mundial J — Final Presentation</dc:title>
  <dc:subject>PptxGenJS Presentation</dc:subject>
  <dc:creator>Guerra Mundial J Team</dc:creator>
  <cp:lastModifiedBy>Guerra Mundial J Team</cp:lastModifiedBy>
  <cp:revision>1</cp:revision>
  <dcterms:created xsi:type="dcterms:W3CDTF">2026-04-28T12:05:54Z</dcterms:created>
  <dcterms:modified xsi:type="dcterms:W3CDTF">2026-04-28T12:05:54Z</dcterms:modified>
</cp:coreProperties>
</file>